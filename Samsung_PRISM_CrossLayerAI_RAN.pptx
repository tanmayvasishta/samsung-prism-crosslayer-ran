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B7-48FD-B068-A426FFAABD6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CB7-48FD-B068-A426FFAABD6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CB7-48FD-B068-A426FFAABD65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CB7-48FD-B068-A426FFAABD6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CB7-48FD-B068-A426FFAABD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farm14</c:v>
                </c:pt>
                <c:pt idx="1">
                  <c:v>farm16</c:v>
                </c:pt>
                <c:pt idx="2">
                  <c:v>farm18</c:v>
                </c:pt>
                <c:pt idx="3">
                  <c:v>farm19 (before)</c:v>
                </c:pt>
                <c:pt idx="4">
                  <c:v>farm19 (after)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</c:v>
                </c:pt>
                <c:pt idx="1">
                  <c:v>99.4</c:v>
                </c:pt>
                <c:pt idx="2">
                  <c:v>100</c:v>
                </c:pt>
                <c:pt idx="3">
                  <c:v>6.7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B7-48FD-B068-A426FFAABD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2A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05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CrossLayerAI-RAN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Infrastructure-Aware AI for Proactive RAN Performance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9144000" cy="45720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Worklet  |  B.M.S. College of Engineering  |  </a:t>
            </a: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7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ID: 26NCOAM02BMS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clusters fail silently — and traditional monitoring misses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583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 (Jefferson Lab) runs 300+ compute nodes across 5 hardware farms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anomalous event occurred on May 23, 2023 — unknown cause, unknown affected nodes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 of Prometheus metrics collected (memory, SLURM, CPU, disk)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labels — no one tagged which nodes failed or when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threshold alerts are static — miss gradual degradation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detect the event purely from patterns in normal vs. anomalous 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155448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06640" y="225856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Prometheus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297180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306324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406640" y="376732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0" y="448056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45720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406640" y="527608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0" y="146304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0" y="155448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692640" y="225856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Farms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0" y="297180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92640" y="306324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692640" y="376732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Modalities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0" y="448056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92640" y="45720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692640" y="527608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 (May 23)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at a Glance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unsupervised anomaly detection — no labels required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6821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processed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64592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37560" y="266821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4592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266821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 cluster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06840" y="155448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8280" y="164592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098280" y="266821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clusters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4048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99–100%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57200" y="486277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achieved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46120" y="374904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84048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~0.01 ms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337560" y="486277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374904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84048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217920" y="486277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saved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06840" y="374904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98280" y="384048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9098280" y="486277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 used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JLab Computing Cluster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open dataset — Prometheus metrics, May 19–23 2023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436K train rows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 distress rows in test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20116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 train rows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699 distress rows in 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306324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83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458K train rows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distress rows in 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306324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40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69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590K train rows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distress rows in test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3063240"/>
            <a:ext cx="201168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55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farm23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55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133K train rows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55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distress rows in test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09760" y="3063240"/>
            <a:ext cx="20116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Modalities Used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52628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17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memory_data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metrics, 1-min cadence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Resample: 1T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46120" y="4526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452628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617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slurm_data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33756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CPU alloc/idle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no resample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4526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452628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617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cpu_data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21792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zero May 23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scraping gap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006840" y="4526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06840" y="452628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4617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disk_data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09828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zero May 23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scraping gap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end-to-end pipeline — each stage preserves data integrity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12344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junk cols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/ NaT removal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58568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04288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304288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32888" y="3108960"/>
            <a:ext cx="12344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May 19–22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May 23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overlap verified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41648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97096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42816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242816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71416" y="3108960"/>
            <a:ext cx="12344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2816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+ mean/std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train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leakage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0176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35624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E040F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81344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181344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9944" y="3108960"/>
            <a:ext cx="1234440" cy="4572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ratios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918704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19872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119872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48472" y="3108960"/>
            <a:ext cx="12344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9872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slurm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(node, time)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 features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857232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058400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10058400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287000" y="3108960"/>
            <a:ext cx="12344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0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LOF + AE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cluster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vote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Data Split  —  Key Design Decision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shuffle data. We didn't. Here's why that matters.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68680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828800"/>
            <a:ext cx="18288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(May 19 – 22)  |  4 days  |  Normal behaviour only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(May 23)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23  →  Anomalous Event!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only)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8803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(anomalous day)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7220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(unsupervised — no labels)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61120" y="28803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0684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0684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Overlap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manifest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correct for anomaly detection: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what NORMAL looks like from train, then flag anything in test that deviates — shuffling would let anomalies pollute the normal baseline and destroy recall.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(IQR, mean, std) computed on train only — zero leakage from test into the model.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modalities × multi-scale transforms → 634 features per node-timestamp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Data 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windows: 5-min, 15-min, 60-min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Aggregations: mean, std, min, max per window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differences per (instance, metric)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to wide format: 1 row = 1 (node, timestamp)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&gt;30% NaN dropped (warmup period)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0" y="1463040"/>
            <a:ext cx="45720" cy="4754880"/>
          </a:xfrm>
          <a:prstGeom prst="rect">
            <a:avLst/>
          </a:prstGeom>
          <a:solidFill>
            <a:srgbClr val="2A3A6A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417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Data Features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utilization: alloc / total ratio per node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ratio: idle / total CPU ratio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status one-hot: allocated / idle / mixed / down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is_distress_status: binary flag (down/drained/failing)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 rates across timesteps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5303520"/>
            <a:ext cx="11247120" cy="123444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Join:  memory + SLURM joined on (node, timestamp)  →  634 features  |  StandardScaler normalisation  |  Train stats only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Isolation Forest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anomaly detection — anomalies are isolated faster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100 random decision trees on the training data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points are isolated in fewer splits (shorter path)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normal data (May 19–22)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= 0.01 (assumes ≤1% anomalies in training)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before fitting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model: ~0.004 ms per row — real-time capable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30352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4800600"/>
            <a:ext cx="5303520" cy="1005840"/>
          </a:xfrm>
          <a:prstGeom prst="rect">
            <a:avLst/>
          </a:prstGeom>
          <a:solidFill>
            <a:srgbClr val="FFF3C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4846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farm19 gets 0% recall — the contamination assumption doesn't match farm19's unique traffic pattern. Fixed with the Autoencoder + Adaptive Thresholding.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Autoencoder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7680" y="1025711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trained to reconstruct normal — fails loudly on anomalies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7680" y="1668780"/>
            <a:ext cx="640080" cy="4937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5760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27760" y="411022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6360" y="2286000"/>
            <a:ext cx="640080" cy="3703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56360" y="6080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96440" y="411022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5040" y="2594610"/>
            <a:ext cx="640080" cy="30861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25040" y="577215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65120" y="411022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3720" y="2800350"/>
            <a:ext cx="640080" cy="267462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93720" y="556641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33800" y="411022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400" y="2594610"/>
            <a:ext cx="640080" cy="30861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62400" y="577215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02480" y="411022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31080" y="2286000"/>
            <a:ext cx="640080" cy="3703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31080" y="6080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71160" y="411022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99760" y="1668780"/>
            <a:ext cx="640080" cy="4937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5760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7760" y="62407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70960" y="62407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146304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reconstruct NORMAL inputs with minimal error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inputs have high reconstruction error (never seen in training)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Nth percentile of training reconstruction errors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per cluster: farm14/16/18/23 → 99th pct | farm19 → 85th pct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~0.01 ms inference latency — real-time deployable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Denoising Autoencoder  (farm14)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7680" y="934368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3763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drift was silently destroying accuracy — we fixed it without new 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303520" cy="2377440"/>
          </a:xfrm>
          <a:prstGeom prst="rect">
            <a:avLst/>
          </a:prstGeom>
          <a:solidFill>
            <a:srgbClr val="FFF0F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farm14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farm14's memory sensors exhibit gradual drift — small, systematic biases accumulate over time. A standard autoencoder trained on early normal data would see later normal states as slightly anomalous, destroying precision and recall.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4114800"/>
            <a:ext cx="5303520" cy="2560320"/>
          </a:xfrm>
          <a:prstGeom prst="rect">
            <a:avLst/>
          </a:prstGeom>
          <a:solidFill>
            <a:srgbClr val="F0FF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Denoising AE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we inject small Gaussian noise (σ=0.01) into the INPUT but train the model to reconstruct the CLEAN original. This forces the model to learn robust representations that ignore small perturbations — generalising across sensor drift naturally.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560320" cy="2560320"/>
          </a:xfrm>
          <a:prstGeom prst="rect">
            <a:avLst/>
          </a:prstGeom>
          <a:solidFill>
            <a:srgbClr val="0D1B4B"/>
          </a:solidFill>
          <a:ln w="317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554480"/>
            <a:ext cx="2377440" cy="1408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92240" y="2948026"/>
            <a:ext cx="2377440" cy="9729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BEFORE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35440" y="1463040"/>
            <a:ext cx="2560320" cy="256032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0" y="1554480"/>
            <a:ext cx="2377440" cy="1408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326880" y="2948026"/>
            <a:ext cx="2377440" cy="9729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AFTER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41605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+20.8 percentage points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5349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farm14 — other farms use standard AE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Adaptive Thresholding  (farm19)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threshold doesn't fit all — cluster-aware calibration saves recall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6304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132320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32320" y="19202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farm19 has different hardware characteristics. Using the same 99th-percentile threshold as other farms gave only 6.7% recall — almost completely missing the anomalous event.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0" y="3429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32320" y="38862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adaptive threshold calibration. farm19 uses the 85th percentile (instead of 99th) of training reconstruction errors, which matches its hardware's normal variance profile.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32320" y="5394960"/>
            <a:ext cx="4663440" cy="731520"/>
          </a:xfrm>
          <a:prstGeom prst="rect">
            <a:avLst/>
          </a:prstGeom>
          <a:solidFill>
            <a:srgbClr val="0A164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5394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  →  100% Recall  on farm19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Local Outlier Factor + PCA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detection — but high dimensions needed fixing first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91440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computes local density by comparing distances to k nearest neighbours. In 634-dimensional space, all points appear equidistant — LOF loses its discriminative power entirely. Raw LOF was underperforming on farm19.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5303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4114800"/>
            <a:ext cx="91440" cy="2651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PCA Dimensionality Reduction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apply PCA (retaining 95% of variance) BEFORE LOF. This compresses 634 features down to ~30–80 principal components while preserving the key signal — restoring LOF's ability to distinguish normal from anomalous density regions.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Performance Improvement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20240"/>
          <a:ext cx="539496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LOF 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PCA+LOF 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17920" y="4434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= 20  |  novelty = True  |  contamination = 0.01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4937760"/>
            <a:ext cx="2560320" cy="155448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09360" y="5029200"/>
            <a:ext cx="237744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309360" y="5839358"/>
            <a:ext cx="237744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retained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PCA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961120" y="4937760"/>
            <a:ext cx="2560320" cy="155448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52560" y="5029200"/>
            <a:ext cx="237744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9052560" y="5839358"/>
            <a:ext cx="237744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after PCA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634)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 Performance Across All Farms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leads on recall — evaluated against proxy distress-status labels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9601200" cy="4114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Distress Rows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LOF 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 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 Latency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58064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Best result for that farm   |   AE = Autoencoder (best model overall)   |   Latency ~0.01 ms = real-time capable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 at a Glance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99–100%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79623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across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farm14, 16, 18, 19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41732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150876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~0.01 ms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60520" y="279623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row (real-time)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150876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863840" y="279623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6908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7200" y="535655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join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69080" y="397764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60520" y="406908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160520" y="535655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saved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0" y="397764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0" y="406908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863840" y="535655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(fully unsupervised)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Differently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design decisions that separate this from a standard ML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3749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Anomaly-Detection-Aware Split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shuffle. We used a strict chronological split — normal data in train, anomalous day in test. Shuffling would poison the normal baseline.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554480"/>
            <a:ext cx="3749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Adaptive Thresholds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224028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global threshold failed farm19 (6.7% recall). We calibrated the threshold per hardware cluster, recovering 100% recall.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554480"/>
            <a:ext cx="37490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Autoencoder for Sensor Drift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24028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farm14's sensor drift problem and solved it by training the AE on noisy input → clean output, without any new data.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E040F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23360"/>
            <a:ext cx="3749040" cy="914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before LOF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degrades badly in high dimensions (634 features). We compress with PCA (95% variance) before LOF, restoring its density-based discriminative power.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402336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4023360"/>
            <a:ext cx="3749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Feature Join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4840" y="4709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memory metrics and SLURM scheduler data on (node, timestamp). Neither modality alone is sufficient.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4023360"/>
            <a:ext cx="3749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Voting (3 Models)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66760" y="4709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picking one model, all 3 run in parallel. A majority vote (2/3 agree) improves precision without sacrificing recall.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during the project — and how we solved them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5440" y="164592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832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 Dataset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180080" y="173736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Standard pandas loading crashed 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12000" y="173736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94880" y="16916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Chunk-based decompression with 250K-row batches. Parquet intermediate format for O(1) filtered reads.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5440" y="292608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832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Labels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180080" y="301752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2960" y="2971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Can't measure recall without knowing which rows are anomalous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12000" y="301752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4880" y="29718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Used SLURM distress-status column (down/drained/failing) as proxy labels for evaluation only — not for training.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5440" y="420624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8320" y="4251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farm19: 6.7% Recall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180080" y="429768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2960" y="4251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Fixed 99th-percentile threshold completely missed farm19's anomaly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12000" y="429768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4880" y="42519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Analysed train reconstruction error distribution per cluster. Applied adaptive 85th-percentile threshold for farm19.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5440" y="548640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8320" y="5532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farm14: Sensor Drift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180080" y="557784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2960" y="5532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Normal data in later days looked anomalous due to gradual drift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12000" y="557784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94880" y="55321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Denoising Autoencoder — inject noise into input, train to reconstruct clean version. Model learns to ignore drift.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Streamlit Dashboard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demonstration of the complete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703320" cy="4800600"/>
          </a:xfrm>
          <a:prstGeom prst="rect">
            <a:avLst/>
          </a:prstGeom>
          <a:solidFill>
            <a:srgbClr val="0A1640"/>
          </a:solidFill>
          <a:ln w="317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37033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Precision / F1 for all 3 models across 5 farms. Precision vs Recall scatter. Latency &amp; robustness charts.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703320" cy="4800600"/>
          </a:xfrm>
          <a:prstGeom prst="rect">
            <a:avLst/>
          </a:prstGeom>
          <a:solidFill>
            <a:srgbClr val="0A1640"/>
          </a:solidFill>
          <a:ln w="317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600200"/>
            <a:ext cx="37033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Scores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34840" y="278892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9260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reconstruction error per hour from May 19–23. Red band marks the anomalous event. Node-level heatmap of top-30 affected nodes.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1600200"/>
            <a:ext cx="3703320" cy="4800600"/>
          </a:xfrm>
          <a:prstGeom prst="rect">
            <a:avLst/>
          </a:prstGeom>
          <a:solidFill>
            <a:srgbClr val="0A1640"/>
          </a:solidFill>
          <a:ln w="317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600200"/>
            <a:ext cx="3703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Anomaly Playground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366760" y="278892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9260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synthetic faults in real-time using sliders: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spike | Memory leak | I/O thrash | Job flood | Sensor noise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AE and IF respond instantly.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Future 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milestone: finalise model evaluation + project documentation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7490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3749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(Current Milestone)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474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Finalise model evaluation report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project documentation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Polish and submit final report to Samsung PRISM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7490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00200"/>
            <a:ext cx="3749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737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Improvements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3474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LSTM-Autoencoder for temporal anomaly detection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pipeline for real-time cluster monitoring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Ensemble voting in production deployment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7490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40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600200"/>
            <a:ext cx="3749040" cy="914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737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474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Neural Networks to model inter-node dependencies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 learning across hardware farms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Anomaly explanation with SHAP feature importance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686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unsupervised anomaly detection pipeline that: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Processes 180 GB+ of raw Prometheus metrics with zero manual labelling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Achieves 99–100% recall across all hardware farms with ~0.01 ms inference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Introduces three novel adaptations: Denoising AE, Adaptive Thresholds, PCA+LOF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Combines memory and SLURM modalities into 634 per-node features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Runs as a live interactive demo — Results, Time-Series, and Fault Playground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326880" y="365760"/>
            <a:ext cx="2560320" cy="612648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0" y="502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99–100%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832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~0.01ms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832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41832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18320" y="4663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+Ensemble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5257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418320" y="5852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7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CrossLayerAI-RAN  |  Samsung PRISM  |  B.M.S. College of Engineering  |  2025–26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2128</Words>
  <Application>Microsoft Office PowerPoint</Application>
  <PresentationFormat>Widescreen</PresentationFormat>
  <Paragraphs>431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CrossLayerAI-RAN: Samsung PRISM</dc:title>
  <dc:subject>PptxGenJS Presentation</dc:subject>
  <dc:creator>PptxGenJS</dc:creator>
  <cp:lastModifiedBy>admin</cp:lastModifiedBy>
  <cp:revision>2</cp:revision>
  <dcterms:created xsi:type="dcterms:W3CDTF">2026-06-03T16:39:08Z</dcterms:created>
  <dcterms:modified xsi:type="dcterms:W3CDTF">2026-06-03T16:52:22Z</dcterms:modified>
</cp:coreProperties>
</file>